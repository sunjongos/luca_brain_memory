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남양주백병원 AI비서 NDB 활용 교육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Antigravity (솔로프리너 AI 비서) 100% 활용법</a:t>
            </a:r>
          </a:p>
          <a:p>
            <a:r>
              <a:t>자동화로 퇴근 시간을 앞당기자!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0단계: AI 비서(Antigravity) 다운로드 및 설치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컴퓨터를 잘 몰라도 괜찮습니다. 딱 3번만 클릭하세요!</a:t>
            </a:r>
          </a:p>
          <a:p>
            <a:r>
              <a:t>1. 검색: 구글(Google)에서 'Antigravity AI' 검색</a:t>
            </a:r>
          </a:p>
          <a:p>
            <a:r>
              <a:t>2. 다운로드: 공식 홈페이지 접속 후 'Windows 용 다운로드' 클릭</a:t>
            </a:r>
          </a:p>
          <a:p>
            <a:r>
              <a:t>3. 설치: 다운받은 설치 프로그램을 더블클릭 후 '다음(Next)'만 계속 누르기!</a:t>
            </a:r>
          </a:p>
          <a:p>
            <a:r>
              <a:t>설치가 끝나면 바탕화면에 우주인(?) 모양의 아이콘이 생깁니다.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1단계: 준비 작업 (권한 설정)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AI가 내 PC에서 원활하게 작업할 수 있도록 권한 부여</a:t>
            </a:r>
          </a:p>
          <a:p>
            <a:r>
              <a:t>Antigravity 실행: 아이콘 마우스 우클릭 -&gt; '관리자 권한으로 실행'</a:t>
            </a:r>
          </a:p>
          <a:p>
            <a:r>
              <a:t>PowerShell 실행: 시작 메뉴에서 PowerShell 검색 후 '관리자 권한으로 실행'으로 한 개 열어두기</a:t>
            </a:r>
          </a:p>
          <a:p>
            <a:r>
              <a:t>이 작업만 해두면 AI가 프로그램을 설치할 때 오류 없이 한 번에 통과!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2단계: NDB 비서 페르소나 부여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설정(Settings) 메뉴의 'Global Instruction' 칸에 아래 텍스트 복사/붙여넣기</a:t>
            </a:r>
          </a:p>
          <a:p>
            <a:r>
              <a:t>[이름] 남양주백병원 AI비서 NDB</a:t>
            </a:r>
          </a:p>
          <a:p>
            <a:r>
              <a:t>[역할] 업무(일정, 문서, 리서치)를 실질적으로 돕는 수석 비서</a:t>
            </a:r>
          </a:p>
          <a:p>
            <a:r>
              <a:t>[지침 1] 수동적 대답이 아닌 능동적/주도적 제안 (예: 진행할까요?)</a:t>
            </a:r>
          </a:p>
          <a:p>
            <a:r>
              <a:t>[지침 2] 의료 행정 보완 철저 유지 및 친절한 안내</a:t>
            </a:r>
          </a:p>
          <a:p>
            <a:r>
              <a:t>※ 코드 작성 없이 텍스트 복붙만으로 강력한 맞춤형 AI 비서 세팅 끝!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3단계: 외부 두뇌 확장 (MCP 환경 세팅)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MCP(Model Context Protocol) 확장을 위한 필수 3대장: Node.js, Git, Python</a:t>
            </a:r>
          </a:p>
          <a:p>
            <a:r>
              <a:t>[AI 프롬프트 실습]</a:t>
            </a:r>
          </a:p>
          <a:p>
            <a:r>
              <a:t>"내 PC에 MCP를 쓰기 위한 Node.js, Git, Python이 최신 버전으로 깔려있는지 확인하고, 없다면 알아서 설치해 줘."</a:t>
            </a:r>
          </a:p>
          <a:p>
            <a:r>
              <a:t>설치 후 NotebookLM MCP를 연결하여 병원 매뉴얼이나 방대한 자료 학습 및 질의응답 시연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4단계: 내 업무와 연결 (Google Workspace 연동)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내 구글 일정, 문서, 이메일을 다룰 수 있는 권한(Credentials.json) 발급</a:t>
            </a:r>
          </a:p>
          <a:p>
            <a:r>
              <a:t>1. Google Cloud Console 접속 후 새 프로젝트 생성</a:t>
            </a:r>
          </a:p>
          <a:p>
            <a:r>
              <a:t>2. 5대 핵심 API 활성화: Gmail, Calendar, Docs, Slides, Drive</a:t>
            </a:r>
          </a:p>
          <a:p>
            <a:r>
              <a:t>3. OAuth 동의 화면에서 외부 사용자 및 테스트 이메일(본인 계정) 등록</a:t>
            </a:r>
          </a:p>
          <a:p>
            <a:r>
              <a:t>4. OAuth 클라이언트 ID 생성(데스크톱 앱) -&gt; credentials.json 다운로드</a:t>
            </a:r>
          </a:p>
          <a:p>
            <a:r>
              <a:t>다운받은 파일을 바탕화면에 저장 후 AI에게 GWS CLI 연동 지시!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5단계: 업무 자동화의 꽃 (Workflow &amp; Skill)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매번 같은 지시를 반복하지 않고, 루틴한 업무를 자동화 시스템으로 구축하기</a:t>
            </a:r>
          </a:p>
          <a:p>
            <a:r>
              <a:t>[Workflow (워크플로우)]</a:t>
            </a:r>
          </a:p>
          <a:p>
            <a:r>
              <a:t>특정 작업 순서(아침 브리핑 등)를 .md 파일로 정리해 '이 순서대로 일해'라고 가르치는 방법</a:t>
            </a:r>
          </a:p>
          <a:p>
            <a:r>
              <a:t>[Skill (스킬)]</a:t>
            </a:r>
          </a:p>
          <a:p>
            <a:r>
              <a:t>웹 검색, 텔레그램 알림, 데이터베이스 조회 등 AI가 사용할 수 있는 '특수 능력' 장착</a:t>
            </a:r>
          </a:p>
          <a:p>
            <a:r>
              <a:t>프롬프트: "방금 한 이메일 요약 작업을 /email_summary 워크플로우로 만들어줘."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이제 여러분의 데스크탑에는 최고 수준의 비서가 상주합니다.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